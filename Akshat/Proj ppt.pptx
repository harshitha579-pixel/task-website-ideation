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57" r:id="rId4"/>
    <p:sldId id="258" r:id="rId5"/>
    <p:sldId id="259" r:id="rId6"/>
    <p:sldId id="269" r:id="rId7"/>
    <p:sldId id="260" r:id="rId8"/>
    <p:sldId id="261" r:id="rId9"/>
    <p:sldId id="266" r:id="rId10"/>
    <p:sldId id="262" r:id="rId11"/>
    <p:sldId id="263" r:id="rId12"/>
    <p:sldId id="264" r:id="rId13"/>
    <p:sldId id="267" r:id="rId14"/>
    <p:sldId id="268" r:id="rId15"/>
    <p:sldId id="270" r:id="rId16"/>
    <p:sldId id="271" r:id="rId17"/>
    <p:sldId id="272" r:id="rId18"/>
    <p:sldId id="273" r:id="rId19"/>
    <p:sldId id="274" r:id="rId20"/>
    <p:sldId id="26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67" d="100"/>
          <a:sy n="67" d="100"/>
        </p:scale>
        <p:origin x="60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C0856-C898-7360-22A3-370B9721D6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79975A-FB58-F6DF-1F72-64C3283BFA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F8090D-D0A5-4CE6-3C3F-87C0CD33504C}"/>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5" name="Footer Placeholder 4">
            <a:extLst>
              <a:ext uri="{FF2B5EF4-FFF2-40B4-BE49-F238E27FC236}">
                <a16:creationId xmlns:a16="http://schemas.microsoft.com/office/drawing/2014/main" id="{E7565000-A9FA-098C-083A-A0E76CA3F7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7060E9-3D09-AE7A-AE9B-06D26A2DF9A4}"/>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3806196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7567B-8A19-E965-C666-9E5B241E2A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69011F-09C0-FB20-C576-4801CAA2A0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503C2F-560C-E176-C625-55A9F3B4133D}"/>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5" name="Footer Placeholder 4">
            <a:extLst>
              <a:ext uri="{FF2B5EF4-FFF2-40B4-BE49-F238E27FC236}">
                <a16:creationId xmlns:a16="http://schemas.microsoft.com/office/drawing/2014/main" id="{191D0B93-7C02-107A-B5E8-AE726AC1E5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724B9-C3D0-0CAE-D358-8FF8F20B5F54}"/>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1614467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03988-D6DA-2BC0-DE89-8D209DB0B2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8B0CE3-CB5B-7A4D-261E-5E814BAD96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B997F5-351F-0719-A05A-406F3C586AE1}"/>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5" name="Footer Placeholder 4">
            <a:extLst>
              <a:ext uri="{FF2B5EF4-FFF2-40B4-BE49-F238E27FC236}">
                <a16:creationId xmlns:a16="http://schemas.microsoft.com/office/drawing/2014/main" id="{0B84DE95-AFF1-72E1-7844-DEFDA4A08A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094054-1B0E-6028-5B7A-48BFA097B14B}"/>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1135011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A18F6-3662-1DB8-52AF-5156DACAC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849369-A4A1-04E9-A4EE-1E7ED80E53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798142-5303-C109-1A96-278E4E891D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F55971-AB68-9149-2724-98AD394C61F3}"/>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6" name="Footer Placeholder 5">
            <a:extLst>
              <a:ext uri="{FF2B5EF4-FFF2-40B4-BE49-F238E27FC236}">
                <a16:creationId xmlns:a16="http://schemas.microsoft.com/office/drawing/2014/main" id="{AC7ABFA3-1EEE-378C-EE35-3E275676D2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CE6532-39D6-1C95-3BF8-C3B45ECC739E}"/>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3691900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C7138-A6CF-F70C-74DB-309ECD3EC5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B0D5E5-54C9-3BBE-A9D2-04D2C53ABA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111ED0-5E86-7267-9185-71D9B3CC81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4D9078-5C4A-5DA4-ABDE-024EAD25AA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FF6CAA-0059-DC47-A562-8089217A9A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EB580C-199B-9BFC-FB95-267B69C65D57}"/>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8" name="Footer Placeholder 7">
            <a:extLst>
              <a:ext uri="{FF2B5EF4-FFF2-40B4-BE49-F238E27FC236}">
                <a16:creationId xmlns:a16="http://schemas.microsoft.com/office/drawing/2014/main" id="{2CCF3D6A-C881-5FE0-B718-23666B6E75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B237EE-9ED8-9AB1-8FC7-0692DA7D384A}"/>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2768538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8FF5-481B-3145-BBB5-916A973197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12295A-B060-C288-4449-48BBB0B1D835}"/>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4" name="Footer Placeholder 3">
            <a:extLst>
              <a:ext uri="{FF2B5EF4-FFF2-40B4-BE49-F238E27FC236}">
                <a16:creationId xmlns:a16="http://schemas.microsoft.com/office/drawing/2014/main" id="{5518F7EA-F810-D986-EEE4-8612B8E632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3C204C-E2FE-075B-6188-870643D88410}"/>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2004977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BED82-0482-2B8B-9B42-A642188762BD}"/>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3" name="Footer Placeholder 2">
            <a:extLst>
              <a:ext uri="{FF2B5EF4-FFF2-40B4-BE49-F238E27FC236}">
                <a16:creationId xmlns:a16="http://schemas.microsoft.com/office/drawing/2014/main" id="{1E037FCE-308D-3D1B-A87E-2EED412881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155C9D-1752-F458-AEF9-44AD51A571E8}"/>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2708672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00B0C-FA40-81AA-24FA-EB2A4B4D23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183B64-CC6A-7765-36ED-C038E36C1D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7F8410-DABF-3DF1-0F00-4466FE784E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451C48-C234-1CD3-5790-52A76217618B}"/>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6" name="Footer Placeholder 5">
            <a:extLst>
              <a:ext uri="{FF2B5EF4-FFF2-40B4-BE49-F238E27FC236}">
                <a16:creationId xmlns:a16="http://schemas.microsoft.com/office/drawing/2014/main" id="{2E61639B-7899-D64E-1759-9356D18492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AC09E2-5C10-B70D-9F39-FF3D428C9632}"/>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992042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E3CD7-DE2E-1E33-AA1B-C6206146AF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2B14A3-CED4-3E04-A4FB-00B53D5DE3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FF0D0C-B28D-21FC-3B5A-796EE0A6D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5BB5E3-449B-9633-4056-0C3A7B131A10}"/>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6" name="Footer Placeholder 5">
            <a:extLst>
              <a:ext uri="{FF2B5EF4-FFF2-40B4-BE49-F238E27FC236}">
                <a16:creationId xmlns:a16="http://schemas.microsoft.com/office/drawing/2014/main" id="{A8D43A33-539F-C39C-AA2E-2A2CFA87E5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F2D3A-CF97-C828-AEEC-F892D0DBBD70}"/>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148373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AE504-8F27-DA5A-EC1A-5C90B1CB75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58E7672-504E-02B0-3605-07F80ED8F2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F5A30C-6825-B751-A70C-0704A0160626}"/>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5" name="Footer Placeholder 4">
            <a:extLst>
              <a:ext uri="{FF2B5EF4-FFF2-40B4-BE49-F238E27FC236}">
                <a16:creationId xmlns:a16="http://schemas.microsoft.com/office/drawing/2014/main" id="{5D46FDA7-A29B-031A-B5EE-EFAA6AEE7B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711745-E050-1D59-CCF6-869EB088E67D}"/>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3717959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6B0D8B-0E90-1889-3FD5-8B2CAE4556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505A20-0048-FADE-DDC1-EB12FD4A44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4CB90-6033-E2EC-EBD0-B53F57F51ECC}"/>
              </a:ext>
            </a:extLst>
          </p:cNvPr>
          <p:cNvSpPr>
            <a:spLocks noGrp="1"/>
          </p:cNvSpPr>
          <p:nvPr>
            <p:ph type="dt" sz="half" idx="10"/>
          </p:nvPr>
        </p:nvSpPr>
        <p:spPr/>
        <p:txBody>
          <a:bodyPr/>
          <a:lstStyle/>
          <a:p>
            <a:fld id="{764A9FA3-F153-4137-9144-CA28F774FA70}" type="datetimeFigureOut">
              <a:rPr lang="en-US" smtClean="0"/>
              <a:t>4/7/2026</a:t>
            </a:fld>
            <a:endParaRPr lang="en-US"/>
          </a:p>
        </p:txBody>
      </p:sp>
      <p:sp>
        <p:nvSpPr>
          <p:cNvPr id="5" name="Footer Placeholder 4">
            <a:extLst>
              <a:ext uri="{FF2B5EF4-FFF2-40B4-BE49-F238E27FC236}">
                <a16:creationId xmlns:a16="http://schemas.microsoft.com/office/drawing/2014/main" id="{27F2E3D9-A80C-4F00-38AA-FC88C1A6F3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307CCB-86FF-A3B3-12BF-50CD65BA3B39}"/>
              </a:ext>
            </a:extLst>
          </p:cNvPr>
          <p:cNvSpPr>
            <a:spLocks noGrp="1"/>
          </p:cNvSpPr>
          <p:nvPr>
            <p:ph type="sldNum" sz="quarter" idx="12"/>
          </p:nvPr>
        </p:nvSpPr>
        <p:spPr/>
        <p:txBody>
          <a:bodyPr/>
          <a:lstStyle/>
          <a:p>
            <a:fld id="{D98CAB18-0B83-4FB4-8580-9222B7077E63}" type="slidenum">
              <a:rPr lang="en-US" smtClean="0"/>
              <a:t>‹#›</a:t>
            </a:fld>
            <a:endParaRPr lang="en-US"/>
          </a:p>
        </p:txBody>
      </p:sp>
    </p:spTree>
    <p:extLst>
      <p:ext uri="{BB962C8B-B14F-4D97-AF65-F5344CB8AC3E}">
        <p14:creationId xmlns:p14="http://schemas.microsoft.com/office/powerpoint/2010/main" val="2663019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9A426B-3B18-D8BA-A290-283C2FDDA1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5DD82F-ACAA-32A8-BE25-7B2E13087A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586B9E-54AA-BB99-0B58-7D65C2BAE2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4A9FA3-F153-4137-9144-CA28F774FA70}" type="datetimeFigureOut">
              <a:rPr lang="en-US" smtClean="0"/>
              <a:t>4/7/2026</a:t>
            </a:fld>
            <a:endParaRPr lang="en-US"/>
          </a:p>
        </p:txBody>
      </p:sp>
      <p:sp>
        <p:nvSpPr>
          <p:cNvPr id="5" name="Footer Placeholder 4">
            <a:extLst>
              <a:ext uri="{FF2B5EF4-FFF2-40B4-BE49-F238E27FC236}">
                <a16:creationId xmlns:a16="http://schemas.microsoft.com/office/drawing/2014/main" id="{FA798387-B038-205D-9EE3-95CD963F67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3E4EFF-D879-5E5E-A69D-195A605635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8CAB18-0B83-4FB4-8580-9222B7077E63}" type="slidenum">
              <a:rPr lang="en-US" smtClean="0"/>
              <a:t>‹#›</a:t>
            </a:fld>
            <a:endParaRPr lang="en-US"/>
          </a:p>
        </p:txBody>
      </p:sp>
    </p:spTree>
    <p:extLst>
      <p:ext uri="{BB962C8B-B14F-4D97-AF65-F5344CB8AC3E}">
        <p14:creationId xmlns:p14="http://schemas.microsoft.com/office/powerpoint/2010/main" val="380736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9CBF-0DB7-EA80-B96B-1958E522B46A}"/>
              </a:ext>
            </a:extLst>
          </p:cNvPr>
          <p:cNvSpPr>
            <a:spLocks noGrp="1"/>
          </p:cNvSpPr>
          <p:nvPr>
            <p:ph type="ctrTitle"/>
          </p:nvPr>
        </p:nvSpPr>
        <p:spPr/>
        <p:txBody>
          <a:bodyPr/>
          <a:lstStyle/>
          <a:p>
            <a:r>
              <a:rPr lang="en-US" dirty="0"/>
              <a:t>Online Book Store</a:t>
            </a:r>
          </a:p>
        </p:txBody>
      </p:sp>
      <p:sp>
        <p:nvSpPr>
          <p:cNvPr id="3" name="Subtitle 2">
            <a:extLst>
              <a:ext uri="{FF2B5EF4-FFF2-40B4-BE49-F238E27FC236}">
                <a16:creationId xmlns:a16="http://schemas.microsoft.com/office/drawing/2014/main" id="{3B09C056-CE4B-27FB-2130-3332FC287D61}"/>
              </a:ext>
            </a:extLst>
          </p:cNvPr>
          <p:cNvSpPr>
            <a:spLocks noGrp="1"/>
          </p:cNvSpPr>
          <p:nvPr>
            <p:ph type="subTitle" idx="1"/>
          </p:nvPr>
        </p:nvSpPr>
        <p:spPr>
          <a:xfrm>
            <a:off x="1524000" y="3602038"/>
            <a:ext cx="9144000" cy="582035"/>
          </a:xfrm>
        </p:spPr>
        <p:txBody>
          <a:bodyPr/>
          <a:lstStyle/>
          <a:p>
            <a:r>
              <a:rPr lang="en-US" dirty="0"/>
              <a:t>A reliable place to get book summaries and purchase them</a:t>
            </a:r>
          </a:p>
        </p:txBody>
      </p:sp>
      <p:sp>
        <p:nvSpPr>
          <p:cNvPr id="4" name="TextBox 3">
            <a:extLst>
              <a:ext uri="{FF2B5EF4-FFF2-40B4-BE49-F238E27FC236}">
                <a16:creationId xmlns:a16="http://schemas.microsoft.com/office/drawing/2014/main" id="{A87C006E-AB69-EE46-6E04-E98C1F26EEA8}"/>
              </a:ext>
            </a:extLst>
          </p:cNvPr>
          <p:cNvSpPr txBox="1"/>
          <p:nvPr/>
        </p:nvSpPr>
        <p:spPr>
          <a:xfrm>
            <a:off x="10076873" y="5903893"/>
            <a:ext cx="2346036" cy="954107"/>
          </a:xfrm>
          <a:prstGeom prst="rect">
            <a:avLst/>
          </a:prstGeom>
          <a:noFill/>
        </p:spPr>
        <p:txBody>
          <a:bodyPr wrap="square" rtlCol="0">
            <a:spAutoFit/>
          </a:bodyPr>
          <a:lstStyle/>
          <a:p>
            <a:r>
              <a:rPr lang="en-US" sz="2800" dirty="0"/>
              <a:t>Akshat Gupta</a:t>
            </a:r>
          </a:p>
          <a:p>
            <a:r>
              <a:rPr lang="en-US" sz="2800" dirty="0"/>
              <a:t>24BCE0607</a:t>
            </a:r>
          </a:p>
        </p:txBody>
      </p:sp>
    </p:spTree>
    <p:extLst>
      <p:ext uri="{BB962C8B-B14F-4D97-AF65-F5344CB8AC3E}">
        <p14:creationId xmlns:p14="http://schemas.microsoft.com/office/powerpoint/2010/main" val="326381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FF3FA-391A-D2DC-F357-4DEAA4F8482E}"/>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D2E8658F-4D09-C6DF-D9BD-2864C425102E}"/>
              </a:ext>
            </a:extLst>
          </p:cNvPr>
          <p:cNvSpPr>
            <a:spLocks noGrp="1"/>
          </p:cNvSpPr>
          <p:nvPr>
            <p:ph idx="1"/>
          </p:nvPr>
        </p:nvSpPr>
        <p:spPr/>
        <p:txBody>
          <a:bodyPr/>
          <a:lstStyle/>
          <a:p>
            <a:r>
              <a:rPr lang="en-US" dirty="0"/>
              <a:t>Use HTML + CSS + JS to build a portal to browse books and add to cart, with the ability to view them in cart. Convert the same into a React application using the following:</a:t>
            </a:r>
          </a:p>
          <a:p>
            <a:pPr>
              <a:buFontTx/>
              <a:buChar char="-"/>
            </a:pPr>
            <a:r>
              <a:rPr lang="en-US" dirty="0"/>
              <a:t>Components (Reusable structure)</a:t>
            </a:r>
          </a:p>
          <a:p>
            <a:pPr>
              <a:buFontTx/>
              <a:buChar char="-"/>
            </a:pPr>
            <a:r>
              <a:rPr lang="en-US" dirty="0"/>
              <a:t>Props &amp; </a:t>
            </a:r>
            <a:r>
              <a:rPr lang="en-US" dirty="0" err="1"/>
              <a:t>PropTypes</a:t>
            </a:r>
            <a:endParaRPr lang="en-US" dirty="0"/>
          </a:p>
          <a:p>
            <a:pPr>
              <a:buFontTx/>
              <a:buChar char="-"/>
            </a:pPr>
            <a:r>
              <a:rPr lang="en-US" dirty="0"/>
              <a:t>State management (</a:t>
            </a:r>
            <a:r>
              <a:rPr lang="en-US" dirty="0" err="1"/>
              <a:t>useState</a:t>
            </a:r>
            <a:r>
              <a:rPr lang="en-US" dirty="0"/>
              <a:t>)</a:t>
            </a:r>
          </a:p>
          <a:p>
            <a:pPr>
              <a:buFontTx/>
              <a:buChar char="-"/>
            </a:pPr>
            <a:r>
              <a:rPr lang="en-US" dirty="0"/>
              <a:t>Side effects (</a:t>
            </a:r>
            <a:r>
              <a:rPr lang="en-US" dirty="0" err="1"/>
              <a:t>useEffect</a:t>
            </a:r>
            <a:r>
              <a:rPr lang="en-US" dirty="0"/>
              <a:t>)</a:t>
            </a:r>
          </a:p>
          <a:p>
            <a:pPr>
              <a:buFontTx/>
              <a:buChar char="-"/>
            </a:pPr>
            <a:r>
              <a:rPr lang="en-US" dirty="0"/>
              <a:t>Routing</a:t>
            </a:r>
          </a:p>
          <a:p>
            <a:endParaRPr lang="en-US" dirty="0"/>
          </a:p>
        </p:txBody>
      </p:sp>
    </p:spTree>
    <p:extLst>
      <p:ext uri="{BB962C8B-B14F-4D97-AF65-F5344CB8AC3E}">
        <p14:creationId xmlns:p14="http://schemas.microsoft.com/office/powerpoint/2010/main" val="1082562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278E-174F-3AF0-98C0-72B6C08DB972}"/>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8ED7912C-87C3-5A3D-AAD8-9F99B58CA7CB}"/>
              </a:ext>
            </a:extLst>
          </p:cNvPr>
          <p:cNvSpPr>
            <a:spLocks noGrp="1"/>
          </p:cNvSpPr>
          <p:nvPr>
            <p:ph idx="1"/>
          </p:nvPr>
        </p:nvSpPr>
        <p:spPr/>
        <p:txBody>
          <a:bodyPr/>
          <a:lstStyle/>
          <a:p>
            <a:pPr marL="0" indent="0">
              <a:buNone/>
            </a:pPr>
            <a:r>
              <a:rPr lang="en-US" dirty="0"/>
              <a:t>As someone who enjoys reading in his free time and prefers physical copies of the same as supposed to e-books, I noticed that sometimes finding certain books in stock or finding them from a reputed seller at a fair price proved to be difficult. So I aimed to create a platform where customers can easily find the books at a fair price.</a:t>
            </a:r>
          </a:p>
        </p:txBody>
      </p:sp>
    </p:spTree>
    <p:extLst>
      <p:ext uri="{BB962C8B-B14F-4D97-AF65-F5344CB8AC3E}">
        <p14:creationId xmlns:p14="http://schemas.microsoft.com/office/powerpoint/2010/main" val="775499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B9315-D5C0-AD67-203E-E87CDBA42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20FE7-8CFF-1135-F234-55EB188929C8}"/>
              </a:ext>
            </a:extLst>
          </p:cNvPr>
          <p:cNvSpPr>
            <a:spLocks noGrp="1"/>
          </p:cNvSpPr>
          <p:nvPr>
            <p:ph type="title"/>
          </p:nvPr>
        </p:nvSpPr>
        <p:spPr/>
        <p:txBody>
          <a:bodyPr/>
          <a:lstStyle/>
          <a:p>
            <a:r>
              <a:rPr lang="en-US" dirty="0"/>
              <a:t>Existing vs Proposed</a:t>
            </a:r>
          </a:p>
        </p:txBody>
      </p:sp>
      <p:sp>
        <p:nvSpPr>
          <p:cNvPr id="3" name="Content Placeholder 2">
            <a:extLst>
              <a:ext uri="{FF2B5EF4-FFF2-40B4-BE49-F238E27FC236}">
                <a16:creationId xmlns:a16="http://schemas.microsoft.com/office/drawing/2014/main" id="{96D68683-60E3-C6A3-D7B9-D4B05C41A524}"/>
              </a:ext>
            </a:extLst>
          </p:cNvPr>
          <p:cNvSpPr>
            <a:spLocks noGrp="1"/>
          </p:cNvSpPr>
          <p:nvPr>
            <p:ph idx="1"/>
          </p:nvPr>
        </p:nvSpPr>
        <p:spPr/>
        <p:txBody>
          <a:bodyPr/>
          <a:lstStyle/>
          <a:p>
            <a:r>
              <a:rPr lang="en-US" dirty="0"/>
              <a:t>There are already several e-commerce platforms (</a:t>
            </a:r>
            <a:r>
              <a:rPr lang="en-US" dirty="0" err="1"/>
              <a:t>eg</a:t>
            </a:r>
            <a:r>
              <a:rPr lang="en-US" dirty="0"/>
              <a:t>: Amazon, </a:t>
            </a:r>
            <a:r>
              <a:rPr lang="en-US" dirty="0" err="1"/>
              <a:t>Flipkart,etc</a:t>
            </a:r>
            <a:r>
              <a:rPr lang="en-US" dirty="0"/>
              <a:t>…) that stock books.</a:t>
            </a:r>
          </a:p>
          <a:p>
            <a:r>
              <a:rPr lang="en-US" dirty="0"/>
              <a:t>The proposed plan for the website is to be dedicated to books, unlike other platforms. It will also include summaries </a:t>
            </a:r>
            <a:r>
              <a:rPr lang="en-US"/>
              <a:t>and ratings </a:t>
            </a:r>
            <a:r>
              <a:rPr lang="en-US" dirty="0"/>
              <a:t>for each book</a:t>
            </a:r>
          </a:p>
        </p:txBody>
      </p:sp>
    </p:spTree>
    <p:extLst>
      <p:ext uri="{BB962C8B-B14F-4D97-AF65-F5344CB8AC3E}">
        <p14:creationId xmlns:p14="http://schemas.microsoft.com/office/powerpoint/2010/main" val="3927798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8E69-9746-8E8B-4A13-A743A4336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08232-239F-86C9-2A8B-BDB3463E89A2}"/>
              </a:ext>
            </a:extLst>
          </p:cNvPr>
          <p:cNvSpPr>
            <a:spLocks noGrp="1"/>
          </p:cNvSpPr>
          <p:nvPr>
            <p:ph type="title"/>
          </p:nvPr>
        </p:nvSpPr>
        <p:spPr/>
        <p:txBody>
          <a:bodyPr/>
          <a:lstStyle/>
          <a:p>
            <a:r>
              <a:rPr lang="en-US" dirty="0"/>
              <a:t>System Architecture or Flow</a:t>
            </a:r>
          </a:p>
        </p:txBody>
      </p:sp>
      <p:sp>
        <p:nvSpPr>
          <p:cNvPr id="3" name="Content Placeholder 2">
            <a:extLst>
              <a:ext uri="{FF2B5EF4-FFF2-40B4-BE49-F238E27FC236}">
                <a16:creationId xmlns:a16="http://schemas.microsoft.com/office/drawing/2014/main" id="{76765EA2-26BC-58D6-D4E4-BD1A860F85C7}"/>
              </a:ext>
            </a:extLst>
          </p:cNvPr>
          <p:cNvSpPr>
            <a:spLocks noGrp="1"/>
          </p:cNvSpPr>
          <p:nvPr>
            <p:ph idx="1"/>
          </p:nvPr>
        </p:nvSpPr>
        <p:spPr/>
        <p:txBody>
          <a:bodyPr/>
          <a:lstStyle/>
          <a:p>
            <a:pPr lvl="0"/>
            <a:r>
              <a:rPr lang="en-US" dirty="0"/>
              <a:t>The user lands on the login page, entering the fields will redirect to the website</a:t>
            </a:r>
          </a:p>
          <a:p>
            <a:pPr lvl="0"/>
            <a:r>
              <a:rPr lang="en-US" dirty="0"/>
              <a:t>All CSS elements controlled using external style.css and all </a:t>
            </a:r>
            <a:r>
              <a:rPr lang="en-US" dirty="0" err="1"/>
              <a:t>javascript</a:t>
            </a:r>
            <a:r>
              <a:rPr lang="en-US" dirty="0"/>
              <a:t> elements on external script.js document.</a:t>
            </a:r>
          </a:p>
          <a:p>
            <a:pPr lvl="0"/>
            <a:r>
              <a:rPr lang="en-US" dirty="0"/>
              <a:t>The header will have logo, search bar and a contact button, while showing the number of books in the cart</a:t>
            </a:r>
          </a:p>
          <a:p>
            <a:pPr lvl="0"/>
            <a:r>
              <a:rPr lang="en-US" dirty="0"/>
              <a:t>Below will be each book with an image of cover page, price and button to add to cart</a:t>
            </a:r>
          </a:p>
          <a:p>
            <a:pPr lvl="0"/>
            <a:r>
              <a:rPr lang="en-US" dirty="0"/>
              <a:t>Clicking on each book will redirect to the individual page of that book</a:t>
            </a:r>
          </a:p>
          <a:p>
            <a:endParaRPr lang="en-US" dirty="0"/>
          </a:p>
        </p:txBody>
      </p:sp>
    </p:spTree>
    <p:extLst>
      <p:ext uri="{BB962C8B-B14F-4D97-AF65-F5344CB8AC3E}">
        <p14:creationId xmlns:p14="http://schemas.microsoft.com/office/powerpoint/2010/main" val="2271634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82017E-A3AD-4A55-64BF-D8061B833C70}"/>
              </a:ext>
            </a:extLst>
          </p:cNvPr>
          <p:cNvPicPr>
            <a:picLocks noChangeAspect="1"/>
          </p:cNvPicPr>
          <p:nvPr/>
        </p:nvPicPr>
        <p:blipFill>
          <a:blip r:embed="rId2"/>
          <a:stretch>
            <a:fillRect/>
          </a:stretch>
        </p:blipFill>
        <p:spPr>
          <a:xfrm>
            <a:off x="580255" y="690180"/>
            <a:ext cx="11031489" cy="5477639"/>
          </a:xfrm>
          <a:prstGeom prst="rect">
            <a:avLst/>
          </a:prstGeom>
        </p:spPr>
      </p:pic>
      <p:sp>
        <p:nvSpPr>
          <p:cNvPr id="5" name="Title 1">
            <a:extLst>
              <a:ext uri="{FF2B5EF4-FFF2-40B4-BE49-F238E27FC236}">
                <a16:creationId xmlns:a16="http://schemas.microsoft.com/office/drawing/2014/main" id="{2C83DAB5-59A3-8436-1063-AF4A9E0A0A6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Flow Diagram</a:t>
            </a:r>
          </a:p>
        </p:txBody>
      </p:sp>
    </p:spTree>
    <p:extLst>
      <p:ext uri="{BB962C8B-B14F-4D97-AF65-F5344CB8AC3E}">
        <p14:creationId xmlns:p14="http://schemas.microsoft.com/office/powerpoint/2010/main" val="2690649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BAFB8-F43B-B9F0-E40A-D7AE297EC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92450C-847F-F8C0-61A5-301FC69BDFE0}"/>
              </a:ext>
            </a:extLst>
          </p:cNvPr>
          <p:cNvSpPr>
            <a:spLocks noGrp="1"/>
          </p:cNvSpPr>
          <p:nvPr>
            <p:ph type="title"/>
          </p:nvPr>
        </p:nvSpPr>
        <p:spPr>
          <a:xfrm>
            <a:off x="838200" y="365125"/>
            <a:ext cx="10515600" cy="1205057"/>
          </a:xfrm>
        </p:spPr>
        <p:txBody>
          <a:bodyPr>
            <a:normAutofit fontScale="90000"/>
          </a:bodyPr>
          <a:lstStyle/>
          <a:p>
            <a:r>
              <a:rPr lang="en-US" dirty="0"/>
              <a:t>HTML Modules				ReactJS Modules	</a:t>
            </a:r>
          </a:p>
        </p:txBody>
      </p:sp>
      <p:sp>
        <p:nvSpPr>
          <p:cNvPr id="3" name="Content Placeholder 2">
            <a:extLst>
              <a:ext uri="{FF2B5EF4-FFF2-40B4-BE49-F238E27FC236}">
                <a16:creationId xmlns:a16="http://schemas.microsoft.com/office/drawing/2014/main" id="{9D39F513-2B0C-F8F3-89A5-7B9B0EF682D0}"/>
              </a:ext>
            </a:extLst>
          </p:cNvPr>
          <p:cNvSpPr>
            <a:spLocks noGrp="1"/>
          </p:cNvSpPr>
          <p:nvPr>
            <p:ph idx="1"/>
          </p:nvPr>
        </p:nvSpPr>
        <p:spPr>
          <a:xfrm>
            <a:off x="838200" y="1825624"/>
            <a:ext cx="2976418" cy="5032375"/>
          </a:xfrm>
        </p:spPr>
        <p:txBody>
          <a:bodyPr>
            <a:normAutofit fontScale="92500" lnSpcReduction="10000"/>
          </a:bodyPr>
          <a:lstStyle/>
          <a:p>
            <a:r>
              <a:rPr lang="en-US" dirty="0"/>
              <a:t>Proj.html</a:t>
            </a:r>
          </a:p>
          <a:p>
            <a:r>
              <a:rPr lang="en-US" dirty="0"/>
              <a:t>Cart.html</a:t>
            </a:r>
          </a:p>
          <a:p>
            <a:r>
              <a:rPr lang="en-US" dirty="0"/>
              <a:t>Contact.html</a:t>
            </a:r>
          </a:p>
          <a:p>
            <a:r>
              <a:rPr lang="en-US" dirty="0"/>
              <a:t>Login.html</a:t>
            </a:r>
          </a:p>
          <a:p>
            <a:r>
              <a:rPr lang="en-US" dirty="0"/>
              <a:t>style.css</a:t>
            </a:r>
          </a:p>
          <a:p>
            <a:r>
              <a:rPr lang="en-US" dirty="0"/>
              <a:t>script.js</a:t>
            </a:r>
          </a:p>
          <a:p>
            <a:r>
              <a:rPr lang="en-US" dirty="0"/>
              <a:t>book1.html</a:t>
            </a:r>
          </a:p>
          <a:p>
            <a:r>
              <a:rPr lang="en-US" dirty="0"/>
              <a:t>book2.html</a:t>
            </a:r>
          </a:p>
          <a:p>
            <a:r>
              <a:rPr lang="en-US" dirty="0"/>
              <a:t>book3.html</a:t>
            </a:r>
          </a:p>
          <a:p>
            <a:r>
              <a:rPr lang="en-US" dirty="0"/>
              <a:t>book4.html</a:t>
            </a:r>
          </a:p>
          <a:p>
            <a:r>
              <a:rPr lang="en-US" dirty="0"/>
              <a:t>book5.html</a:t>
            </a:r>
          </a:p>
          <a:p>
            <a:endParaRPr lang="en-US" dirty="0"/>
          </a:p>
          <a:p>
            <a:endParaRPr lang="en-US" dirty="0"/>
          </a:p>
          <a:p>
            <a:endParaRPr lang="en-US" dirty="0"/>
          </a:p>
        </p:txBody>
      </p:sp>
      <p:sp>
        <p:nvSpPr>
          <p:cNvPr id="4" name="Content Placeholder 2">
            <a:extLst>
              <a:ext uri="{FF2B5EF4-FFF2-40B4-BE49-F238E27FC236}">
                <a16:creationId xmlns:a16="http://schemas.microsoft.com/office/drawing/2014/main" id="{02B80D0C-D54E-B4A3-6A76-BC1D496B768F}"/>
              </a:ext>
            </a:extLst>
          </p:cNvPr>
          <p:cNvSpPr txBox="1">
            <a:spLocks/>
          </p:cNvSpPr>
          <p:nvPr/>
        </p:nvSpPr>
        <p:spPr>
          <a:xfrm>
            <a:off x="7400636" y="1690688"/>
            <a:ext cx="2976418" cy="503237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Navbar.js</a:t>
            </a:r>
          </a:p>
          <a:p>
            <a:r>
              <a:rPr lang="en-US" dirty="0"/>
              <a:t>Footer.js</a:t>
            </a:r>
          </a:p>
          <a:p>
            <a:r>
              <a:rPr lang="en-US" dirty="0"/>
              <a:t>Cart.js</a:t>
            </a:r>
          </a:p>
          <a:p>
            <a:r>
              <a:rPr lang="en-US" dirty="0"/>
              <a:t>Home.js</a:t>
            </a:r>
          </a:p>
          <a:p>
            <a:r>
              <a:rPr lang="en-US" dirty="0"/>
              <a:t>BookDetail.js</a:t>
            </a:r>
          </a:p>
          <a:p>
            <a:r>
              <a:rPr lang="en-US" dirty="0"/>
              <a:t>Contact.js</a:t>
            </a:r>
          </a:p>
          <a:p>
            <a:r>
              <a:rPr lang="en-US" dirty="0"/>
              <a:t>Login.js</a:t>
            </a:r>
          </a:p>
          <a:p>
            <a:r>
              <a:rPr lang="en-US" dirty="0"/>
              <a:t>style.css</a:t>
            </a:r>
          </a:p>
          <a:p>
            <a:r>
              <a:rPr lang="en-US" dirty="0"/>
              <a:t>App.js</a:t>
            </a:r>
          </a:p>
          <a:p>
            <a:r>
              <a:rPr lang="en-US" dirty="0"/>
              <a:t>books.js</a:t>
            </a:r>
          </a:p>
          <a:p>
            <a:r>
              <a:rPr lang="en-US" dirty="0"/>
              <a:t>index.js</a:t>
            </a:r>
          </a:p>
          <a:p>
            <a:endParaRPr lang="en-US" dirty="0"/>
          </a:p>
          <a:p>
            <a:endParaRPr lang="en-US" dirty="0"/>
          </a:p>
        </p:txBody>
      </p:sp>
    </p:spTree>
    <p:extLst>
      <p:ext uri="{BB962C8B-B14F-4D97-AF65-F5344CB8AC3E}">
        <p14:creationId xmlns:p14="http://schemas.microsoft.com/office/powerpoint/2010/main" val="3746868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F60B6-9ADA-71B7-F8AA-ED0CEB441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6C5D2-5AAC-2882-E49B-5930CAA0D894}"/>
              </a:ext>
            </a:extLst>
          </p:cNvPr>
          <p:cNvSpPr>
            <a:spLocks noGrp="1"/>
          </p:cNvSpPr>
          <p:nvPr>
            <p:ph type="title"/>
          </p:nvPr>
        </p:nvSpPr>
        <p:spPr/>
        <p:txBody>
          <a:bodyPr/>
          <a:lstStyle/>
          <a:p>
            <a:r>
              <a:rPr lang="en-US" dirty="0"/>
              <a:t>Technologies Used</a:t>
            </a:r>
          </a:p>
        </p:txBody>
      </p:sp>
      <p:sp>
        <p:nvSpPr>
          <p:cNvPr id="3" name="Content Placeholder 2">
            <a:extLst>
              <a:ext uri="{FF2B5EF4-FFF2-40B4-BE49-F238E27FC236}">
                <a16:creationId xmlns:a16="http://schemas.microsoft.com/office/drawing/2014/main" id="{DB7F7434-0ABE-2BFD-57B7-DE10C1732198}"/>
              </a:ext>
            </a:extLst>
          </p:cNvPr>
          <p:cNvSpPr>
            <a:spLocks noGrp="1"/>
          </p:cNvSpPr>
          <p:nvPr>
            <p:ph idx="1"/>
          </p:nvPr>
        </p:nvSpPr>
        <p:spPr/>
        <p:txBody>
          <a:bodyPr>
            <a:normAutofit fontScale="85000" lnSpcReduction="20000"/>
          </a:bodyPr>
          <a:lstStyle/>
          <a:p>
            <a:r>
              <a:rPr lang="en-US" dirty="0"/>
              <a:t>The entire project was coded using HTML CSS and JS.</a:t>
            </a:r>
          </a:p>
          <a:p>
            <a:r>
              <a:rPr lang="en-US" dirty="0"/>
              <a:t>HTML tags such as div, </a:t>
            </a:r>
            <a:r>
              <a:rPr lang="en-US" dirty="0" err="1"/>
              <a:t>img</a:t>
            </a:r>
            <a:r>
              <a:rPr lang="en-US" dirty="0"/>
              <a:t>, header, footer and so on used to create the html layout.</a:t>
            </a:r>
          </a:p>
          <a:p>
            <a:r>
              <a:rPr lang="en-US" dirty="0"/>
              <a:t>Properties related to fonts, background colors and size were mentioned with appropriate tags in stylesheet</a:t>
            </a:r>
          </a:p>
          <a:p>
            <a:r>
              <a:rPr lang="en-US" dirty="0"/>
              <a:t>In JavaScript the following were used</a:t>
            </a:r>
          </a:p>
          <a:p>
            <a:pPr>
              <a:buFontTx/>
              <a:buChar char="-"/>
            </a:pPr>
            <a:r>
              <a:rPr lang="en-US" dirty="0" err="1"/>
              <a:t>getElementById</a:t>
            </a:r>
            <a:r>
              <a:rPr lang="en-US" dirty="0"/>
              <a:t> to get values from html page</a:t>
            </a:r>
          </a:p>
          <a:p>
            <a:pPr>
              <a:buFontTx/>
              <a:buChar char="-"/>
            </a:pPr>
            <a:r>
              <a:rPr lang="en-US" dirty="0"/>
              <a:t>Functions were defined to perform certain tasks, such as search and the grid layout of books </a:t>
            </a:r>
          </a:p>
          <a:p>
            <a:r>
              <a:rPr lang="en-US" dirty="0"/>
              <a:t>Components, Props &amp; </a:t>
            </a:r>
            <a:r>
              <a:rPr lang="en-US" dirty="0" err="1"/>
              <a:t>PropTypes</a:t>
            </a:r>
            <a:r>
              <a:rPr lang="en-US" dirty="0"/>
              <a:t>, </a:t>
            </a:r>
            <a:r>
              <a:rPr lang="en-US" dirty="0" err="1"/>
              <a:t>useState</a:t>
            </a:r>
            <a:r>
              <a:rPr lang="en-US" dirty="0"/>
              <a:t>, </a:t>
            </a:r>
            <a:r>
              <a:rPr lang="en-US" dirty="0" err="1"/>
              <a:t>useEffect</a:t>
            </a:r>
            <a:r>
              <a:rPr lang="en-US" dirty="0"/>
              <a:t> were used to implement the React Application</a:t>
            </a:r>
            <a:br>
              <a:rPr lang="en-US" dirty="0"/>
            </a:br>
            <a:endParaRPr lang="en-US" dirty="0"/>
          </a:p>
        </p:txBody>
      </p:sp>
    </p:spTree>
    <p:extLst>
      <p:ext uri="{BB962C8B-B14F-4D97-AF65-F5344CB8AC3E}">
        <p14:creationId xmlns:p14="http://schemas.microsoft.com/office/powerpoint/2010/main" val="304491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43C4F-074A-B5EE-2BF0-47C5F59764D0}"/>
              </a:ext>
            </a:extLst>
          </p:cNvPr>
          <p:cNvSpPr>
            <a:spLocks noGrp="1"/>
          </p:cNvSpPr>
          <p:nvPr>
            <p:ph type="title"/>
          </p:nvPr>
        </p:nvSpPr>
        <p:spPr>
          <a:xfrm>
            <a:off x="2382978" y="2862262"/>
            <a:ext cx="7426043" cy="1133475"/>
          </a:xfrm>
        </p:spPr>
        <p:txBody>
          <a:bodyPr>
            <a:normAutofit/>
          </a:bodyPr>
          <a:lstStyle/>
          <a:p>
            <a:r>
              <a:rPr lang="en-US" dirty="0"/>
              <a:t>OUTPUT SCREENSHOTS</a:t>
            </a:r>
          </a:p>
        </p:txBody>
      </p:sp>
    </p:spTree>
    <p:extLst>
      <p:ext uri="{BB962C8B-B14F-4D97-AF65-F5344CB8AC3E}">
        <p14:creationId xmlns:p14="http://schemas.microsoft.com/office/powerpoint/2010/main" val="837661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DCE4E-81C7-B70D-F8F3-69E4C190FEC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F439852-6D7D-CC9F-5D91-E55B722541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78078" cy="6142383"/>
          </a:xfrm>
          <a:prstGeom prst="rect">
            <a:avLst/>
          </a:prstGeom>
        </p:spPr>
      </p:pic>
    </p:spTree>
    <p:extLst>
      <p:ext uri="{BB962C8B-B14F-4D97-AF65-F5344CB8AC3E}">
        <p14:creationId xmlns:p14="http://schemas.microsoft.com/office/powerpoint/2010/main" val="3036727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873DBF-404C-51A9-0A55-816A27E73B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252484" cy="6321287"/>
          </a:xfrm>
          <a:prstGeom prst="rect">
            <a:avLst/>
          </a:prstGeom>
        </p:spPr>
      </p:pic>
    </p:spTree>
    <p:extLst>
      <p:ext uri="{BB962C8B-B14F-4D97-AF65-F5344CB8AC3E}">
        <p14:creationId xmlns:p14="http://schemas.microsoft.com/office/powerpoint/2010/main" val="3579420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AF43A5-569C-F1DD-9C9D-2734826DFB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12192000" cy="6093395"/>
          </a:xfrm>
          <a:prstGeom prst="rect">
            <a:avLst/>
          </a:prstGeom>
        </p:spPr>
      </p:pic>
    </p:spTree>
    <p:extLst>
      <p:ext uri="{BB962C8B-B14F-4D97-AF65-F5344CB8AC3E}">
        <p14:creationId xmlns:p14="http://schemas.microsoft.com/office/powerpoint/2010/main" val="1705720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C4C744-9003-DED9-F397-B4913257EC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4104379"/>
          </a:xfrm>
          <a:prstGeom prst="rect">
            <a:avLst/>
          </a:prstGeom>
        </p:spPr>
      </p:pic>
    </p:spTree>
    <p:extLst>
      <p:ext uri="{BB962C8B-B14F-4D97-AF65-F5344CB8AC3E}">
        <p14:creationId xmlns:p14="http://schemas.microsoft.com/office/powerpoint/2010/main" val="1696592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91AA72-BA2C-2597-27F2-62ACD59BE8F4}"/>
              </a:ext>
            </a:extLst>
          </p:cNvPr>
          <p:cNvPicPr>
            <a:picLocks noChangeAspect="1"/>
          </p:cNvPicPr>
          <p:nvPr/>
        </p:nvPicPr>
        <p:blipFill>
          <a:blip r:embed="rId2"/>
          <a:stretch>
            <a:fillRect/>
          </a:stretch>
        </p:blipFill>
        <p:spPr>
          <a:xfrm>
            <a:off x="0" y="0"/>
            <a:ext cx="12209311" cy="4154557"/>
          </a:xfrm>
          <a:prstGeom prst="rect">
            <a:avLst/>
          </a:prstGeom>
        </p:spPr>
      </p:pic>
    </p:spTree>
    <p:extLst>
      <p:ext uri="{BB962C8B-B14F-4D97-AF65-F5344CB8AC3E}">
        <p14:creationId xmlns:p14="http://schemas.microsoft.com/office/powerpoint/2010/main" val="989244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0089CF-1CDA-466F-0962-8ABEAAD2D17A}"/>
              </a:ext>
            </a:extLst>
          </p:cNvPr>
          <p:cNvPicPr>
            <a:picLocks noChangeAspect="1"/>
          </p:cNvPicPr>
          <p:nvPr/>
        </p:nvPicPr>
        <p:blipFill>
          <a:blip r:embed="rId2"/>
          <a:stretch>
            <a:fillRect/>
          </a:stretch>
        </p:blipFill>
        <p:spPr>
          <a:xfrm>
            <a:off x="63521" y="1401417"/>
            <a:ext cx="12183239" cy="4094922"/>
          </a:xfrm>
          <a:prstGeom prst="rect">
            <a:avLst/>
          </a:prstGeom>
        </p:spPr>
      </p:pic>
    </p:spTree>
    <p:extLst>
      <p:ext uri="{BB962C8B-B14F-4D97-AF65-F5344CB8AC3E}">
        <p14:creationId xmlns:p14="http://schemas.microsoft.com/office/powerpoint/2010/main" val="3519882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2002A-D58B-5E54-2075-708143F91A1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DF6B338-F2EB-5EF3-9013-93CDCFD0DF2D}"/>
              </a:ext>
            </a:extLst>
          </p:cNvPr>
          <p:cNvPicPr>
            <a:picLocks noChangeAspect="1"/>
          </p:cNvPicPr>
          <p:nvPr/>
        </p:nvPicPr>
        <p:blipFill>
          <a:blip r:embed="rId2"/>
          <a:stretch>
            <a:fillRect/>
          </a:stretch>
        </p:blipFill>
        <p:spPr>
          <a:xfrm>
            <a:off x="-64644" y="0"/>
            <a:ext cx="12321287" cy="4045226"/>
          </a:xfrm>
          <a:prstGeom prst="rect">
            <a:avLst/>
          </a:prstGeom>
        </p:spPr>
      </p:pic>
      <p:pic>
        <p:nvPicPr>
          <p:cNvPr id="3" name="Picture 2">
            <a:extLst>
              <a:ext uri="{FF2B5EF4-FFF2-40B4-BE49-F238E27FC236}">
                <a16:creationId xmlns:a16="http://schemas.microsoft.com/office/drawing/2014/main" id="{C034BD55-D567-77ED-9B3D-56C98E8300B8}"/>
              </a:ext>
            </a:extLst>
          </p:cNvPr>
          <p:cNvPicPr>
            <a:picLocks noChangeAspect="1"/>
          </p:cNvPicPr>
          <p:nvPr/>
        </p:nvPicPr>
        <p:blipFill>
          <a:blip r:embed="rId3"/>
          <a:stretch>
            <a:fillRect/>
          </a:stretch>
        </p:blipFill>
        <p:spPr>
          <a:xfrm>
            <a:off x="0" y="4270609"/>
            <a:ext cx="12192000" cy="2541303"/>
          </a:xfrm>
          <a:prstGeom prst="rect">
            <a:avLst/>
          </a:prstGeom>
        </p:spPr>
      </p:pic>
    </p:spTree>
    <p:extLst>
      <p:ext uri="{BB962C8B-B14F-4D97-AF65-F5344CB8AC3E}">
        <p14:creationId xmlns:p14="http://schemas.microsoft.com/office/powerpoint/2010/main" val="875164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2A42A-8933-F21E-9B28-DC6AB7C7B6C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7251C90-D015-7981-1436-D9A8EA572F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2202797" cy="3776870"/>
          </a:xfrm>
          <a:prstGeom prst="rect">
            <a:avLst/>
          </a:prstGeom>
        </p:spPr>
      </p:pic>
    </p:spTree>
    <p:extLst>
      <p:ext uri="{BB962C8B-B14F-4D97-AF65-F5344CB8AC3E}">
        <p14:creationId xmlns:p14="http://schemas.microsoft.com/office/powerpoint/2010/main" val="1841359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86DC51-4C79-B5DA-6DEE-D2838A0319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39216"/>
            <a:ext cx="12223758" cy="4044549"/>
          </a:xfrm>
          <a:prstGeom prst="rect">
            <a:avLst/>
          </a:prstGeom>
        </p:spPr>
      </p:pic>
    </p:spTree>
    <p:extLst>
      <p:ext uri="{BB962C8B-B14F-4D97-AF65-F5344CB8AC3E}">
        <p14:creationId xmlns:p14="http://schemas.microsoft.com/office/powerpoint/2010/main" val="13841824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9C6EE3-3610-0113-A586-31303D8D96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21" y="1093304"/>
            <a:ext cx="12196435" cy="4671391"/>
          </a:xfrm>
          <a:prstGeom prst="rect">
            <a:avLst/>
          </a:prstGeom>
        </p:spPr>
      </p:pic>
    </p:spTree>
    <p:extLst>
      <p:ext uri="{BB962C8B-B14F-4D97-AF65-F5344CB8AC3E}">
        <p14:creationId xmlns:p14="http://schemas.microsoft.com/office/powerpoint/2010/main" val="4116367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2C326-D3CC-10F9-DB37-E24AD1CE823E}"/>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0FDCD25C-AF5E-2E6B-A516-ED0C68E812E2}"/>
              </a:ext>
            </a:extLst>
          </p:cNvPr>
          <p:cNvSpPr>
            <a:spLocks noGrp="1"/>
          </p:cNvSpPr>
          <p:nvPr>
            <p:ph idx="1"/>
          </p:nvPr>
        </p:nvSpPr>
        <p:spPr/>
        <p:txBody>
          <a:bodyPr/>
          <a:lstStyle/>
          <a:p>
            <a:pPr marL="0" indent="0">
              <a:buNone/>
            </a:pPr>
            <a:r>
              <a:rPr lang="en-US" dirty="0"/>
              <a:t>We had set out with a goal to build a website that can be used to browse books, view their details and add them to cart. We have accomplished the same. The desired web pages were initially obtained after coding in HTML and JS, with experimentation in CSS for the appropriate colors and sizes. Later, they were converted to a React application.</a:t>
            </a:r>
          </a:p>
        </p:txBody>
      </p:sp>
    </p:spTree>
    <p:extLst>
      <p:ext uri="{BB962C8B-B14F-4D97-AF65-F5344CB8AC3E}">
        <p14:creationId xmlns:p14="http://schemas.microsoft.com/office/powerpoint/2010/main" val="3005023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900</TotalTime>
  <Words>530</Words>
  <Application>Microsoft Office PowerPoint</Application>
  <PresentationFormat>Widescreen</PresentationFormat>
  <Paragraphs>58</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Online Book Store</vt:lpstr>
      <vt:lpstr>Problem Statement</vt:lpstr>
      <vt:lpstr>Motivation</vt:lpstr>
      <vt:lpstr>Existing vs Proposed</vt:lpstr>
      <vt:lpstr>System Architecture or Flow</vt:lpstr>
      <vt:lpstr>PowerPoint Presentation</vt:lpstr>
      <vt:lpstr>HTML Modules    ReactJS Modules </vt:lpstr>
      <vt:lpstr>Technologies Used</vt:lpstr>
      <vt:lpstr>OUTPUT SCREENSHOTS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akshatg1610@gmail.com</dc:creator>
  <cp:lastModifiedBy>akshatg1610@gmail.com</cp:lastModifiedBy>
  <cp:revision>6</cp:revision>
  <dcterms:created xsi:type="dcterms:W3CDTF">2026-03-11T19:32:31Z</dcterms:created>
  <dcterms:modified xsi:type="dcterms:W3CDTF">2026-04-07T11:16:29Z</dcterms:modified>
</cp:coreProperties>
</file>